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guerra fredda in Europa</a:t>
            </a:r>
          </a:p>
        </p:txBody>
      </p:sp>
      <p:sp>
        <p:nvSpPr>
          <p:cNvPr id="3" name="Subtitle 2"/>
          <p:cNvSpPr>
            <a:spLocks noGrp="1"/>
          </p:cNvSpPr>
          <p:nvPr>
            <p:ph type="subTitle" idx="1"/>
          </p:nvPr>
        </p:nvSpPr>
        <p:spPr/>
        <p:txBody>
          <a:bodyPr/>
          <a:lstStyle/>
          <a:p>
            <a:r>
              <a:t>Riassunto per la lezione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a:t>
            </a:r>
          </a:p>
        </p:txBody>
      </p:sp>
      <p:sp>
        <p:nvSpPr>
          <p:cNvPr id="3" name="Content Placeholder 2"/>
          <p:cNvSpPr>
            <a:spLocks noGrp="1"/>
          </p:cNvSpPr>
          <p:nvPr>
            <p:ph idx="1"/>
          </p:nvPr>
        </p:nvSpPr>
        <p:spPr/>
        <p:txBody>
          <a:bodyPr/>
          <a:lstStyle/>
          <a:p>
            <a:r>
              <a:t>La guerra fredda è il periodo di tensione politica e militare che oppose gli Stati Uniti e l'Unione Sovietica dalla fine della seconda guerra mondiale fino al 1991. Non fu mai uno scontro diretto tra le due superpotenze, ma una lunga competizione combattuta con le alleanze, la propaganda, la corsa agli armamenti e le guerre combattute in altri paesi.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a:t>
            </a:r>
          </a:p>
        </p:txBody>
      </p:sp>
      <p:sp>
        <p:nvSpPr>
          <p:cNvPr id="3" name="Content Placeholder 2"/>
          <p:cNvSpPr>
            <a:spLocks noGrp="1"/>
          </p:cNvSpPr>
          <p:nvPr>
            <p:ph idx="1"/>
          </p:nvPr>
        </p:nvSpPr>
        <p:spPr/>
        <p:txBody>
          <a:bodyPr/>
          <a:lstStyle/>
          <a:p>
            <a:r>
              <a:t>La Germania fu il simbolo di questa divisione. Il paese venne diviso in quattro zone di occupazione e la città di Berlino, pur trovandosi nella zona sovietica, venne a sua volta spartita tra le potenze vincitrici. Nel giugno del 1948 l'Unione Sovietica bloccò le vie di accesso a Berlino Ovest. Gli Stati Uniti risposero con un ponte aereo che rifornì la città per quasi un anno, con più di 270.000 voli.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a:t>
            </a:r>
          </a:p>
        </p:txBody>
      </p:sp>
      <p:sp>
        <p:nvSpPr>
          <p:cNvPr id="3" name="Content Placeholder 2"/>
          <p:cNvSpPr>
            <a:spLocks noGrp="1"/>
          </p:cNvSpPr>
          <p:nvPr>
            <p:ph idx="1"/>
          </p:nvPr>
        </p:nvSpPr>
        <p:spPr/>
        <p:txBody>
          <a:bodyPr/>
          <a:lstStyle/>
          <a:p>
            <a:r>
              <a:t>La corsa agli armamenti rese la guerra fredda un confronto molto pericoloso. Gli Stati Uniti sganciarono le prime bombe atomiche nel 1945, e l'Unione Sovietica fece esplodere la sua nel 1949. Da quel momento entrambe le superpotenze costruirono migliaia di testate nucleari. La deterrenza nucleare è la strategia secondo cui nessuno attacca per primo, perché sa che verrebbe distrutto dalla risposta dell'avversario.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4</a:t>
            </a:r>
          </a:p>
        </p:txBody>
      </p:sp>
      <p:sp>
        <p:nvSpPr>
          <p:cNvPr id="3" name="Content Placeholder 2"/>
          <p:cNvSpPr>
            <a:spLocks noGrp="1"/>
          </p:cNvSpPr>
          <p:nvPr>
            <p:ph idx="1"/>
          </p:nvPr>
        </p:nvSpPr>
        <p:spPr/>
        <p:txBody>
          <a:bodyPr/>
          <a:lstStyle/>
          <a:p>
            <a:r>
              <a:t>Nel 1961 era stato costruito il muro di Berlino, che per quasi trent'anni divise le famiglie e la città. Il muro impediva ai cittadini della Germania orientale di fuggire verso ovest. La caduta del muro, il 9 novembre 1989, segnò l'inizio della fine della guerra fredda. Nel 1990 la Germania fu riunificata e l'anno dopo, nel dicembre del 1991, l'Unione Sovietica si dissolse.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